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erif Display" charset="1" panose="000000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http://log-anomaly-frontend.vercel.app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40044" y="1028700"/>
            <a:ext cx="2407912" cy="2407912"/>
          </a:xfrm>
          <a:custGeom>
            <a:avLst/>
            <a:gdLst/>
            <a:ahLst/>
            <a:cxnLst/>
            <a:rect r="r" b="b" t="t" l="l"/>
            <a:pathLst>
              <a:path h="2407912" w="2407912">
                <a:moveTo>
                  <a:pt x="0" y="0"/>
                </a:moveTo>
                <a:lnTo>
                  <a:pt x="2407912" y="0"/>
                </a:lnTo>
                <a:lnTo>
                  <a:pt x="2407912" y="2407912"/>
                </a:lnTo>
                <a:lnTo>
                  <a:pt x="0" y="2407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5814" y="3169912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Rakshak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0543" y="5747377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TERPRISE LOG ANOMALY DETECTION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Krishna Sharma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80543" y="6273173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 u="sng">
                <a:solidFill>
                  <a:srgbClr val="1800AD"/>
                </a:solidFill>
                <a:latin typeface="Open Sauce"/>
                <a:ea typeface="Open Sauce"/>
                <a:cs typeface="Open Sauce"/>
                <a:sym typeface="Open Sauce"/>
                <a:hlinkClick r:id="rId4" tooltip="http://log-anomaly-frontend.vercel.app"/>
              </a:rPr>
              <a:t>log-anomaly-frontend.vercel.app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71329" y="8961120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AP22110010128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744502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16083376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Enterpris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Anoma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 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P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atform: Produ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tion-gr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yst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 that identif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ies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malies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acro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nterpri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with re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-time,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gh-pr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 detection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44773" y="4103390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tcomes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399" y="4852373"/>
            <a:ext cx="4843133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88.5% F1-Score | 0.94 AUROC | 91.2% Bala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nced Accuracy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&lt;200ms infer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ence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atency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16 lo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Handl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xtr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imbalance up to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249:1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32,000+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esse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oss-so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urce generalization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00808" y="4103390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Intel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22434" y="4852373"/>
            <a:ext cx="484313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848-dimensional hybrid features (BERT + templat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+ stats)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22 tra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ined mode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(ML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BERT, Meta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Federated)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LOSO evaluation → robust cross-domain performance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6843" y="4103390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yme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78469" y="4852373"/>
            <a:ext cx="4843133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REST API (Django)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+ Re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 UI + HuggingFace mod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sted (Ren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 + Vercel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with real-t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preview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805121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 &amp; Motivation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411433"/>
            <a:ext cx="16083376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Enterpris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Log Challenge: Modern distributed systems generate millions of logs per day, across multiple sources, formats, and platforms. Hidden within them are rare but critical anomalies: breaches, failures, outages, misuse.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399" y="444135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Pain Points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399" y="5319564"/>
            <a:ext cx="4843133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Extreme class imbalance (as high as 249:1)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Multi-source heterogeneity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High-vo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me,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eal-time ing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estion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Unstructured &amp; semi-structured patterns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lving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 behavi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22434" y="444135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Tradit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ional Methods Fail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2434" y="5319564"/>
            <a:ext cx="4843133" cy="28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Rule-based SIEMs require constant tuning and still mis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novel events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ndard ML assumes balanced data → overfits to “normal”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Many systems cannot transfer learn across log sources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Deep models without imbalance awareness spike false negatives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78469" y="4441359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iv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ation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268944" y="5319564"/>
            <a:ext cx="4843133" cy="28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build a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resilien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t, interpretable, re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l-time anomaly detection engine that: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Hand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severe imbalance without collapsing recall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Generalizes across 16 disti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nct log environ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ments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Detects 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ever-seen-bef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beh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aviors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Delivers predictions within &lt;200ms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805121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Solution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411433"/>
            <a:ext cx="16083376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What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This System Delivers: A production-grade anomaly detection platform that automates log intelligence, handles extreme imbalance, and scales to multi-source enterprise environments.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03048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Capabilities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050" y="4982379"/>
            <a:ext cx="484313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Detects anomalies across 16 independent log ecosystems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Learns seman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tic + structural patterns via BERT + templates + statist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&lt;200m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real-time in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erence for streaming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ional reliability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00580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End-t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o-End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91055" y="4939665"/>
            <a:ext cx="5179189" cy="43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Raw Logs → Labeling → Processing → Feature Engineering → Models →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Inference → UI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abeli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ng: Smart ML-assisted template labeling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Processing: Temporal &amp; burst normalization for 16 sources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Feature Engineering: 848-D hybrid representations (BERT, Drain, stats)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Modeling: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ML,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DL, BERT, Federated, Hierarchical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Deployment: Django REST API + React UI + Cloud serving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62342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M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akes It Effective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2817" y="5182404"/>
            <a:ext cx="4843133" cy="323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Cross-sou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rce gen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eralization (LOSO): learns beyond single dataset boundaries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Multi-level imbalance strategy: SMOTE + Focal Loss + threshold tuning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Hybrid feature stack: semantic + struct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+ tempora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 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gy: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ose best model per environment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75924" y="3156288"/>
            <a:ext cx="12719128" cy="6117292"/>
          </a:xfrm>
          <a:custGeom>
            <a:avLst/>
            <a:gdLst/>
            <a:ahLst/>
            <a:cxnLst/>
            <a:rect r="r" b="b" t="t" l="l"/>
            <a:pathLst>
              <a:path h="6117292" w="12719128">
                <a:moveTo>
                  <a:pt x="0" y="0"/>
                </a:moveTo>
                <a:lnTo>
                  <a:pt x="12719128" y="0"/>
                </a:lnTo>
                <a:lnTo>
                  <a:pt x="12719128" y="6117291"/>
                </a:lnTo>
                <a:lnTo>
                  <a:pt x="0" y="6117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057" r="0" b="-1805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851795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Complete Pipeline 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16083376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Transforms raw logs into real-time anomaly decisions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805121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Landscape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411433"/>
            <a:ext cx="16083376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True anomalies are rare, hidden, and format-dependent—demanding a cross-source, imbalance-aware approach.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3048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Multi-Source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Enterprise Logs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050" y="4982379"/>
            <a:ext cx="4843133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32,000+ logs collected across 16 heterogeneous sources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rma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 include: Apache, Linux, Android, HDFS, OpenSSH, Hadoop, Spark,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HealthApp, Cloud ser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00580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Diversity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&amp; Variability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91055" y="4939665"/>
            <a:ext cx="5179189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Structured + semi-structured +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free-text logs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aryi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 grammar, templates, verbosity, timestamp styles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Frequent out-of-vocabulary tokens (IP, UUID, HEX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PA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62342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Severe Cl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 Imbalance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16167" y="4939665"/>
            <a:ext cx="4843133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alies often &lt;1% of total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Worst-case ratio: 249 : 1 (Spark, HealthApp)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Standard classifiers collapse to “al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al” witho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correction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6399" y="3542269"/>
            <a:ext cx="16092901" cy="3531658"/>
          </a:xfrm>
          <a:custGeom>
            <a:avLst/>
            <a:gdLst/>
            <a:ahLst/>
            <a:cxnLst/>
            <a:rect r="r" b="b" t="t" l="l"/>
            <a:pathLst>
              <a:path h="3531658" w="16092901">
                <a:moveTo>
                  <a:pt x="0" y="0"/>
                </a:moveTo>
                <a:lnTo>
                  <a:pt x="16092901" y="0"/>
                </a:lnTo>
                <a:lnTo>
                  <a:pt x="16092901" y="3531659"/>
                </a:lnTo>
                <a:lnTo>
                  <a:pt x="0" y="3531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5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805121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Feature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16083376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ributed Feature Pipeline (PySpark + BERT): A scalable feature workflow transforming raw logs into a 200-feature anomaly-ready vector.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75924" y="7942608"/>
            <a:ext cx="10668575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Parallel log processing + temporal bursts + statistical windows using UDFs &amp; Window functions.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Drain3 Templates (10-D) → structure patterns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BERT Embeddings (768-D) → semantic meaning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PySpark Features (~70+ 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signals) → bursts, entropy, frequency, off-hours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+ RF Selection → final 200 best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5924" y="7264428"/>
            <a:ext cx="234783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PySpark’s Role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66399" y="3185516"/>
          <a:ext cx="11772900" cy="5833389"/>
        </p:xfrm>
        <a:graphic>
          <a:graphicData uri="http://schemas.openxmlformats.org/drawingml/2006/table">
            <a:tbl>
              <a:tblPr/>
              <a:tblGrid>
                <a:gridCol w="2433576"/>
                <a:gridCol w="3926054"/>
                <a:gridCol w="5413270"/>
              </a:tblGrid>
              <a:tr h="1025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07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XGBoost, LightGBM, RF, SVM, Balanced RF, Easy 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Fast, production-grade 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CNN+Attention, VAE, TabNet, FLNN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Handles imbalance, hidden patterns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9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LogBERT, DeBERTa-v3, MPNet, DAPT-BERT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Deep semantic log understanding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02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Advanced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Hierarchical Transformer, Federated Contrastive, Meta-Learner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Cross-source &amp; few-shot generalization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233825"/>
            <a:ext cx="106781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 Architecture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16083376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i-stack system evaluated across 16 log sources for cross-domain robustness.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18336" y="3090266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Multi-Model?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8811" y="3725732"/>
            <a:ext cx="4150489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Diverse logs require both structural +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semantic lear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ners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BERT captures intent, ML handles speed, DL absorbs imbalance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Advanced models extend to new unseen log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sources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416167" y="7648575"/>
            <a:ext cx="3945753" cy="1050557"/>
          </a:xfrm>
          <a:custGeom>
            <a:avLst/>
            <a:gdLst/>
            <a:ahLst/>
            <a:cxnLst/>
            <a:rect r="r" b="b" t="t" l="l"/>
            <a:pathLst>
              <a:path h="1050557" w="3945753">
                <a:moveTo>
                  <a:pt x="0" y="0"/>
                </a:moveTo>
                <a:lnTo>
                  <a:pt x="3945753" y="0"/>
                </a:lnTo>
                <a:lnTo>
                  <a:pt x="3945753" y="1050557"/>
                </a:lnTo>
                <a:lnTo>
                  <a:pt x="0" y="1050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5924" y="7747816"/>
            <a:ext cx="3402148" cy="676177"/>
          </a:xfrm>
          <a:custGeom>
            <a:avLst/>
            <a:gdLst/>
            <a:ahLst/>
            <a:cxnLst/>
            <a:rect r="r" b="b" t="t" l="l"/>
            <a:pathLst>
              <a:path h="676177" w="3402148">
                <a:moveTo>
                  <a:pt x="0" y="0"/>
                </a:moveTo>
                <a:lnTo>
                  <a:pt x="3402148" y="0"/>
                </a:lnTo>
                <a:lnTo>
                  <a:pt x="3402148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00580" y="7669872"/>
            <a:ext cx="4350675" cy="832067"/>
          </a:xfrm>
          <a:custGeom>
            <a:avLst/>
            <a:gdLst/>
            <a:ahLst/>
            <a:cxnLst/>
            <a:rect r="r" b="b" t="t" l="l"/>
            <a:pathLst>
              <a:path h="832067" w="4350675">
                <a:moveTo>
                  <a:pt x="0" y="0"/>
                </a:moveTo>
                <a:lnTo>
                  <a:pt x="4350675" y="0"/>
                </a:lnTo>
                <a:lnTo>
                  <a:pt x="4350675" y="832066"/>
                </a:lnTo>
                <a:lnTo>
                  <a:pt x="0" y="8320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399" y="1233825"/>
            <a:ext cx="913477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Deployment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5924" y="2411433"/>
            <a:ext cx="16083376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End-to-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end real-time anomaly detection delivered through a modular web stack.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03048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2050" y="4982379"/>
            <a:ext cx="4843133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React + Tailwind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Live anomaly feed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Confidence sc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Source auto-identifica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00580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ackend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1055" y="4939665"/>
            <a:ext cx="5179189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Django REST API + HuggingFace Model Serving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Fast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inference routi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JSON prediction endpoints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Stateless microservice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2342" y="4304199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 Ho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16167" y="4939665"/>
            <a:ext cx="4843133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UI: Vercel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API: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nder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Models: HuggingFace In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rence Hub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Krishna Sharma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71329" y="8961120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AP22110010128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DAG6qsp0QQU</dc:identifier>
  <dcterms:modified xsi:type="dcterms:W3CDTF">2011-08-01T06:04:30Z</dcterms:modified>
  <cp:revision>1</cp:revision>
  <dc:title>Rakshak</dc:title>
</cp:coreProperties>
</file>